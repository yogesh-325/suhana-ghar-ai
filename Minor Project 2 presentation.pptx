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2D4EE9-121F-4648-9337-E5F9D65F69C3}" type="doc">
      <dgm:prSet loTypeId="urn:microsoft.com/office/officeart/2005/8/layout/cycle8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F9B52F46-E646-4F96-A8CA-E0979BB7167F}">
      <dgm:prSet phldrT="[Text]" phldr="0"/>
      <dgm:spPr/>
      <dgm:t>
        <a:bodyPr/>
        <a:lstStyle/>
        <a:p>
          <a:r>
            <a:rPr lang="en-US" dirty="0" err="1"/>
            <a:t>Requirment</a:t>
          </a:r>
          <a:r>
            <a:rPr lang="en-US" dirty="0"/>
            <a:t>  Analysis</a:t>
          </a:r>
          <a:endParaRPr lang="en-IN" dirty="0"/>
        </a:p>
      </dgm:t>
    </dgm:pt>
    <dgm:pt modelId="{72DF7C8F-17B9-4F9B-94D6-AC54AD97655C}" type="parTrans" cxnId="{CCB4E6AE-DF40-410D-BB02-0CE8C4F38E7C}">
      <dgm:prSet/>
      <dgm:spPr/>
      <dgm:t>
        <a:bodyPr/>
        <a:lstStyle/>
        <a:p>
          <a:endParaRPr lang="en-IN"/>
        </a:p>
      </dgm:t>
    </dgm:pt>
    <dgm:pt modelId="{78911D4F-095C-43C0-B5F4-9E811EBE9195}" type="sibTrans" cxnId="{CCB4E6AE-DF40-410D-BB02-0CE8C4F38E7C}">
      <dgm:prSet/>
      <dgm:spPr/>
      <dgm:t>
        <a:bodyPr/>
        <a:lstStyle/>
        <a:p>
          <a:endParaRPr lang="en-IN"/>
        </a:p>
      </dgm:t>
    </dgm:pt>
    <dgm:pt modelId="{DB78D436-393A-4CC0-9D9D-F5EFE3A30CD0}">
      <dgm:prSet phldrT="[Text]" phldr="0"/>
      <dgm:spPr/>
      <dgm:t>
        <a:bodyPr/>
        <a:lstStyle/>
        <a:p>
          <a:r>
            <a:rPr lang="en-US" dirty="0"/>
            <a:t>Designing / Coding</a:t>
          </a:r>
          <a:endParaRPr lang="en-IN" dirty="0"/>
        </a:p>
      </dgm:t>
    </dgm:pt>
    <dgm:pt modelId="{C048771A-59A5-4BB7-A7FE-EA1A3F7BBE70}" type="parTrans" cxnId="{060FF295-9F50-4C63-863C-E7A46B72C111}">
      <dgm:prSet/>
      <dgm:spPr/>
      <dgm:t>
        <a:bodyPr/>
        <a:lstStyle/>
        <a:p>
          <a:endParaRPr lang="en-IN"/>
        </a:p>
      </dgm:t>
    </dgm:pt>
    <dgm:pt modelId="{25E45B57-5419-462F-99F2-5B6C10A05B26}" type="sibTrans" cxnId="{060FF295-9F50-4C63-863C-E7A46B72C111}">
      <dgm:prSet/>
      <dgm:spPr/>
      <dgm:t>
        <a:bodyPr/>
        <a:lstStyle/>
        <a:p>
          <a:endParaRPr lang="en-IN"/>
        </a:p>
      </dgm:t>
    </dgm:pt>
    <dgm:pt modelId="{EE75C948-2491-467C-A2AB-1DA020CDB329}">
      <dgm:prSet phldrT="[Text]" phldr="0"/>
      <dgm:spPr/>
      <dgm:t>
        <a:bodyPr/>
        <a:lstStyle/>
        <a:p>
          <a:r>
            <a:rPr lang="en-US" dirty="0"/>
            <a:t>Testing</a:t>
          </a:r>
          <a:endParaRPr lang="en-IN" dirty="0"/>
        </a:p>
      </dgm:t>
    </dgm:pt>
    <dgm:pt modelId="{B008B2E0-3F9E-41AA-ABF6-3246E7BB5149}" type="parTrans" cxnId="{6FCCE74F-615C-4660-A548-C3D6E87571B8}">
      <dgm:prSet/>
      <dgm:spPr/>
      <dgm:t>
        <a:bodyPr/>
        <a:lstStyle/>
        <a:p>
          <a:endParaRPr lang="en-IN"/>
        </a:p>
      </dgm:t>
    </dgm:pt>
    <dgm:pt modelId="{C9D256B1-B914-4FD5-97D2-004ED2DBB21F}" type="sibTrans" cxnId="{6FCCE74F-615C-4660-A548-C3D6E87571B8}">
      <dgm:prSet/>
      <dgm:spPr/>
      <dgm:t>
        <a:bodyPr/>
        <a:lstStyle/>
        <a:p>
          <a:endParaRPr lang="en-IN"/>
        </a:p>
      </dgm:t>
    </dgm:pt>
    <dgm:pt modelId="{0A9850BE-6EAF-4DB3-92CB-F3F6144D4687}">
      <dgm:prSet phldrT="[Text]" phldr="0"/>
      <dgm:spPr/>
      <dgm:t>
        <a:bodyPr/>
        <a:lstStyle/>
        <a:p>
          <a:r>
            <a:rPr lang="en-US" dirty="0"/>
            <a:t>Deployment</a:t>
          </a:r>
          <a:endParaRPr lang="en-IN" dirty="0"/>
        </a:p>
      </dgm:t>
    </dgm:pt>
    <dgm:pt modelId="{C815237B-8BFE-4DD5-A532-02B557B8F1F2}" type="parTrans" cxnId="{175222E4-3932-4B26-ADCE-B3C8C14756E7}">
      <dgm:prSet/>
      <dgm:spPr/>
      <dgm:t>
        <a:bodyPr/>
        <a:lstStyle/>
        <a:p>
          <a:endParaRPr lang="en-IN"/>
        </a:p>
      </dgm:t>
    </dgm:pt>
    <dgm:pt modelId="{89EBC48A-181C-4D07-8B6E-D7802C6D93A4}" type="sibTrans" cxnId="{175222E4-3932-4B26-ADCE-B3C8C14756E7}">
      <dgm:prSet/>
      <dgm:spPr/>
      <dgm:t>
        <a:bodyPr/>
        <a:lstStyle/>
        <a:p>
          <a:endParaRPr lang="en-IN"/>
        </a:p>
      </dgm:t>
    </dgm:pt>
    <dgm:pt modelId="{1C02A7C6-769D-4883-ACD8-096E8B605095}">
      <dgm:prSet phldrT="[Text]" phldr="0"/>
      <dgm:spPr/>
      <dgm:t>
        <a:bodyPr/>
        <a:lstStyle/>
        <a:p>
          <a:r>
            <a:rPr lang="en-US" dirty="0"/>
            <a:t>Maintenance</a:t>
          </a:r>
          <a:endParaRPr lang="en-IN" dirty="0"/>
        </a:p>
      </dgm:t>
    </dgm:pt>
    <dgm:pt modelId="{AE549792-E183-4C67-B1C9-4BA54F9A9179}" type="parTrans" cxnId="{ED039C65-3FB9-4487-848F-88F764E0AB22}">
      <dgm:prSet/>
      <dgm:spPr/>
      <dgm:t>
        <a:bodyPr/>
        <a:lstStyle/>
        <a:p>
          <a:endParaRPr lang="en-IN"/>
        </a:p>
      </dgm:t>
    </dgm:pt>
    <dgm:pt modelId="{3ECC9D59-0FC7-4634-AB5F-938A72633152}" type="sibTrans" cxnId="{ED039C65-3FB9-4487-848F-88F764E0AB22}">
      <dgm:prSet/>
      <dgm:spPr/>
      <dgm:t>
        <a:bodyPr/>
        <a:lstStyle/>
        <a:p>
          <a:endParaRPr lang="en-IN"/>
        </a:p>
      </dgm:t>
    </dgm:pt>
    <dgm:pt modelId="{EFF56510-DF49-475A-A218-8E68A0A6072F}" type="pres">
      <dgm:prSet presAssocID="{B72D4EE9-121F-4648-9337-E5F9D65F69C3}" presName="compositeShape" presStyleCnt="0">
        <dgm:presLayoutVars>
          <dgm:chMax val="7"/>
          <dgm:dir/>
          <dgm:resizeHandles val="exact"/>
        </dgm:presLayoutVars>
      </dgm:prSet>
      <dgm:spPr/>
    </dgm:pt>
    <dgm:pt modelId="{FD36F50E-3AF7-4160-817E-6D3440685C1A}" type="pres">
      <dgm:prSet presAssocID="{B72D4EE9-121F-4648-9337-E5F9D65F69C3}" presName="wedge1" presStyleLbl="node1" presStyleIdx="0" presStyleCnt="5"/>
      <dgm:spPr/>
    </dgm:pt>
    <dgm:pt modelId="{CB686EFD-48C9-4A22-831F-6C3990F4EF54}" type="pres">
      <dgm:prSet presAssocID="{B72D4EE9-121F-4648-9337-E5F9D65F69C3}" presName="dummy1a" presStyleCnt="0"/>
      <dgm:spPr/>
    </dgm:pt>
    <dgm:pt modelId="{8EB473FB-EACE-4D55-A7A0-EFE1710059B4}" type="pres">
      <dgm:prSet presAssocID="{B72D4EE9-121F-4648-9337-E5F9D65F69C3}" presName="dummy1b" presStyleCnt="0"/>
      <dgm:spPr/>
    </dgm:pt>
    <dgm:pt modelId="{528FCF04-EA59-4080-9936-BFAACCAFFB29}" type="pres">
      <dgm:prSet presAssocID="{B72D4EE9-121F-4648-9337-E5F9D65F69C3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468E3AC-6089-4203-BCB1-448ADB983456}" type="pres">
      <dgm:prSet presAssocID="{B72D4EE9-121F-4648-9337-E5F9D65F69C3}" presName="wedge2" presStyleLbl="node1" presStyleIdx="1" presStyleCnt="5"/>
      <dgm:spPr/>
    </dgm:pt>
    <dgm:pt modelId="{558D6C41-F482-4D98-8C03-A9A4150DED05}" type="pres">
      <dgm:prSet presAssocID="{B72D4EE9-121F-4648-9337-E5F9D65F69C3}" presName="dummy2a" presStyleCnt="0"/>
      <dgm:spPr/>
    </dgm:pt>
    <dgm:pt modelId="{A57A9BCD-39FE-489E-9D7B-2D44D311E6B6}" type="pres">
      <dgm:prSet presAssocID="{B72D4EE9-121F-4648-9337-E5F9D65F69C3}" presName="dummy2b" presStyleCnt="0"/>
      <dgm:spPr/>
    </dgm:pt>
    <dgm:pt modelId="{6470F54A-D439-4E9C-8DC1-494DAC7BAA46}" type="pres">
      <dgm:prSet presAssocID="{B72D4EE9-121F-4648-9337-E5F9D65F69C3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332F60C4-A9B3-4481-851C-23CA47EE36D8}" type="pres">
      <dgm:prSet presAssocID="{B72D4EE9-121F-4648-9337-E5F9D65F69C3}" presName="wedge3" presStyleLbl="node1" presStyleIdx="2" presStyleCnt="5"/>
      <dgm:spPr/>
    </dgm:pt>
    <dgm:pt modelId="{52D1678A-DA5E-4955-9540-0D0354CC39E8}" type="pres">
      <dgm:prSet presAssocID="{B72D4EE9-121F-4648-9337-E5F9D65F69C3}" presName="dummy3a" presStyleCnt="0"/>
      <dgm:spPr/>
    </dgm:pt>
    <dgm:pt modelId="{6DD7F0A6-9EE9-4F1E-B8EE-351B26B69859}" type="pres">
      <dgm:prSet presAssocID="{B72D4EE9-121F-4648-9337-E5F9D65F69C3}" presName="dummy3b" presStyleCnt="0"/>
      <dgm:spPr/>
    </dgm:pt>
    <dgm:pt modelId="{D2748F07-2CFF-4ED6-A6DC-9BDBA706ABFD}" type="pres">
      <dgm:prSet presAssocID="{B72D4EE9-121F-4648-9337-E5F9D65F69C3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E05DB3D-998D-426D-AA60-B9FAF6935D6C}" type="pres">
      <dgm:prSet presAssocID="{B72D4EE9-121F-4648-9337-E5F9D65F69C3}" presName="wedge4" presStyleLbl="node1" presStyleIdx="3" presStyleCnt="5"/>
      <dgm:spPr/>
    </dgm:pt>
    <dgm:pt modelId="{6C29E01C-1724-431E-B923-18968387930D}" type="pres">
      <dgm:prSet presAssocID="{B72D4EE9-121F-4648-9337-E5F9D65F69C3}" presName="dummy4a" presStyleCnt="0"/>
      <dgm:spPr/>
    </dgm:pt>
    <dgm:pt modelId="{C622BFED-745E-4C6F-803D-C603F8D47F21}" type="pres">
      <dgm:prSet presAssocID="{B72D4EE9-121F-4648-9337-E5F9D65F69C3}" presName="dummy4b" presStyleCnt="0"/>
      <dgm:spPr/>
    </dgm:pt>
    <dgm:pt modelId="{FD7A963D-63EC-4B01-A283-A7B10371DF05}" type="pres">
      <dgm:prSet presAssocID="{B72D4EE9-121F-4648-9337-E5F9D65F69C3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DBC18A6-C982-4FDC-9067-09A18A268DBB}" type="pres">
      <dgm:prSet presAssocID="{B72D4EE9-121F-4648-9337-E5F9D65F69C3}" presName="wedge5" presStyleLbl="node1" presStyleIdx="4" presStyleCnt="5"/>
      <dgm:spPr/>
    </dgm:pt>
    <dgm:pt modelId="{C608AC87-6DCC-4A08-B889-52D1A718775D}" type="pres">
      <dgm:prSet presAssocID="{B72D4EE9-121F-4648-9337-E5F9D65F69C3}" presName="dummy5a" presStyleCnt="0"/>
      <dgm:spPr/>
    </dgm:pt>
    <dgm:pt modelId="{BFA7797E-588D-4C1E-9568-FEEE28C97731}" type="pres">
      <dgm:prSet presAssocID="{B72D4EE9-121F-4648-9337-E5F9D65F69C3}" presName="dummy5b" presStyleCnt="0"/>
      <dgm:spPr/>
    </dgm:pt>
    <dgm:pt modelId="{A316C6F9-FF2A-4364-AFA7-2246651A3606}" type="pres">
      <dgm:prSet presAssocID="{B72D4EE9-121F-4648-9337-E5F9D65F69C3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DABD58C3-A7E4-451E-9D28-E19EF1E981CB}" type="pres">
      <dgm:prSet presAssocID="{78911D4F-095C-43C0-B5F4-9E811EBE9195}" presName="arrowWedge1" presStyleLbl="fgSibTrans2D1" presStyleIdx="0" presStyleCnt="5"/>
      <dgm:spPr/>
    </dgm:pt>
    <dgm:pt modelId="{B790744B-BC72-4AB1-BF6C-A2BF85CA8AD5}" type="pres">
      <dgm:prSet presAssocID="{25E45B57-5419-462F-99F2-5B6C10A05B26}" presName="arrowWedge2" presStyleLbl="fgSibTrans2D1" presStyleIdx="1" presStyleCnt="5"/>
      <dgm:spPr/>
    </dgm:pt>
    <dgm:pt modelId="{2AB5F667-3BB0-4C3F-B999-919FD95A2086}" type="pres">
      <dgm:prSet presAssocID="{C9D256B1-B914-4FD5-97D2-004ED2DBB21F}" presName="arrowWedge3" presStyleLbl="fgSibTrans2D1" presStyleIdx="2" presStyleCnt="5"/>
      <dgm:spPr/>
    </dgm:pt>
    <dgm:pt modelId="{C8BEF68D-9891-45AF-BF78-5C27D6A13064}" type="pres">
      <dgm:prSet presAssocID="{89EBC48A-181C-4D07-8B6E-D7802C6D93A4}" presName="arrowWedge4" presStyleLbl="fgSibTrans2D1" presStyleIdx="3" presStyleCnt="5"/>
      <dgm:spPr/>
    </dgm:pt>
    <dgm:pt modelId="{A6948265-7090-4329-97D4-ED69B00024FF}" type="pres">
      <dgm:prSet presAssocID="{3ECC9D59-0FC7-4634-AB5F-938A72633152}" presName="arrowWedge5" presStyleLbl="fgSibTrans2D1" presStyleIdx="4" presStyleCnt="5"/>
      <dgm:spPr/>
    </dgm:pt>
  </dgm:ptLst>
  <dgm:cxnLst>
    <dgm:cxn modelId="{6B6EE302-9084-4059-84FE-ED2FD472AD1F}" type="presOf" srcId="{0A9850BE-6EAF-4DB3-92CB-F3F6144D4687}" destId="{FD7A963D-63EC-4B01-A283-A7B10371DF05}" srcOrd="1" destOrd="0" presId="urn:microsoft.com/office/officeart/2005/8/layout/cycle8"/>
    <dgm:cxn modelId="{BED4AC08-A62A-4061-8646-DC25E3BDF0AE}" type="presOf" srcId="{DB78D436-393A-4CC0-9D9D-F5EFE3A30CD0}" destId="{6470F54A-D439-4E9C-8DC1-494DAC7BAA46}" srcOrd="1" destOrd="0" presId="urn:microsoft.com/office/officeart/2005/8/layout/cycle8"/>
    <dgm:cxn modelId="{924D2724-2CDA-485A-8C85-1FAD705D80A6}" type="presOf" srcId="{B72D4EE9-121F-4648-9337-E5F9D65F69C3}" destId="{EFF56510-DF49-475A-A218-8E68A0A6072F}" srcOrd="0" destOrd="0" presId="urn:microsoft.com/office/officeart/2005/8/layout/cycle8"/>
    <dgm:cxn modelId="{DA189B2E-3915-462A-8E69-1065A94AF7E3}" type="presOf" srcId="{EE75C948-2491-467C-A2AB-1DA020CDB329}" destId="{D2748F07-2CFF-4ED6-A6DC-9BDBA706ABFD}" srcOrd="1" destOrd="0" presId="urn:microsoft.com/office/officeart/2005/8/layout/cycle8"/>
    <dgm:cxn modelId="{7488C537-1F72-4C0E-ADC0-992B694748DE}" type="presOf" srcId="{1C02A7C6-769D-4883-ACD8-096E8B605095}" destId="{4DBC18A6-C982-4FDC-9067-09A18A268DBB}" srcOrd="0" destOrd="0" presId="urn:microsoft.com/office/officeart/2005/8/layout/cycle8"/>
    <dgm:cxn modelId="{ED039C65-3FB9-4487-848F-88F764E0AB22}" srcId="{B72D4EE9-121F-4648-9337-E5F9D65F69C3}" destId="{1C02A7C6-769D-4883-ACD8-096E8B605095}" srcOrd="4" destOrd="0" parTransId="{AE549792-E183-4C67-B1C9-4BA54F9A9179}" sibTransId="{3ECC9D59-0FC7-4634-AB5F-938A72633152}"/>
    <dgm:cxn modelId="{5BEF834E-D49A-403D-9EA7-0F09EFB947FA}" type="presOf" srcId="{0A9850BE-6EAF-4DB3-92CB-F3F6144D4687}" destId="{5E05DB3D-998D-426D-AA60-B9FAF6935D6C}" srcOrd="0" destOrd="0" presId="urn:microsoft.com/office/officeart/2005/8/layout/cycle8"/>
    <dgm:cxn modelId="{6FCCE74F-615C-4660-A548-C3D6E87571B8}" srcId="{B72D4EE9-121F-4648-9337-E5F9D65F69C3}" destId="{EE75C948-2491-467C-A2AB-1DA020CDB329}" srcOrd="2" destOrd="0" parTransId="{B008B2E0-3F9E-41AA-ABF6-3246E7BB5149}" sibTransId="{C9D256B1-B914-4FD5-97D2-004ED2DBB21F}"/>
    <dgm:cxn modelId="{08D1C283-127D-4EA8-9DCD-4A775677AEF6}" type="presOf" srcId="{F9B52F46-E646-4F96-A8CA-E0979BB7167F}" destId="{FD36F50E-3AF7-4160-817E-6D3440685C1A}" srcOrd="0" destOrd="0" presId="urn:microsoft.com/office/officeart/2005/8/layout/cycle8"/>
    <dgm:cxn modelId="{ED4E1E8A-5403-4294-A6C6-ED6260034751}" type="presOf" srcId="{EE75C948-2491-467C-A2AB-1DA020CDB329}" destId="{332F60C4-A9B3-4481-851C-23CA47EE36D8}" srcOrd="0" destOrd="0" presId="urn:microsoft.com/office/officeart/2005/8/layout/cycle8"/>
    <dgm:cxn modelId="{060FF295-9F50-4C63-863C-E7A46B72C111}" srcId="{B72D4EE9-121F-4648-9337-E5F9D65F69C3}" destId="{DB78D436-393A-4CC0-9D9D-F5EFE3A30CD0}" srcOrd="1" destOrd="0" parTransId="{C048771A-59A5-4BB7-A7FE-EA1A3F7BBE70}" sibTransId="{25E45B57-5419-462F-99F2-5B6C10A05B26}"/>
    <dgm:cxn modelId="{6CFA16A2-4571-4BB6-A663-8E164A9F9BD1}" type="presOf" srcId="{F9B52F46-E646-4F96-A8CA-E0979BB7167F}" destId="{528FCF04-EA59-4080-9936-BFAACCAFFB29}" srcOrd="1" destOrd="0" presId="urn:microsoft.com/office/officeart/2005/8/layout/cycle8"/>
    <dgm:cxn modelId="{CCB4E6AE-DF40-410D-BB02-0CE8C4F38E7C}" srcId="{B72D4EE9-121F-4648-9337-E5F9D65F69C3}" destId="{F9B52F46-E646-4F96-A8CA-E0979BB7167F}" srcOrd="0" destOrd="0" parTransId="{72DF7C8F-17B9-4F9B-94D6-AC54AD97655C}" sibTransId="{78911D4F-095C-43C0-B5F4-9E811EBE9195}"/>
    <dgm:cxn modelId="{70DC04C8-52E9-4C7A-A923-0F9B6C608B06}" type="presOf" srcId="{DB78D436-393A-4CC0-9D9D-F5EFE3A30CD0}" destId="{F468E3AC-6089-4203-BCB1-448ADB983456}" srcOrd="0" destOrd="0" presId="urn:microsoft.com/office/officeart/2005/8/layout/cycle8"/>
    <dgm:cxn modelId="{FFA333E3-D2E8-4D61-95D1-E3B49B4EEC9E}" type="presOf" srcId="{1C02A7C6-769D-4883-ACD8-096E8B605095}" destId="{A316C6F9-FF2A-4364-AFA7-2246651A3606}" srcOrd="1" destOrd="0" presId="urn:microsoft.com/office/officeart/2005/8/layout/cycle8"/>
    <dgm:cxn modelId="{175222E4-3932-4B26-ADCE-B3C8C14756E7}" srcId="{B72D4EE9-121F-4648-9337-E5F9D65F69C3}" destId="{0A9850BE-6EAF-4DB3-92CB-F3F6144D4687}" srcOrd="3" destOrd="0" parTransId="{C815237B-8BFE-4DD5-A532-02B557B8F1F2}" sibTransId="{89EBC48A-181C-4D07-8B6E-D7802C6D93A4}"/>
    <dgm:cxn modelId="{470C0B71-6FEE-4522-B703-82114748F323}" type="presParOf" srcId="{EFF56510-DF49-475A-A218-8E68A0A6072F}" destId="{FD36F50E-3AF7-4160-817E-6D3440685C1A}" srcOrd="0" destOrd="0" presId="urn:microsoft.com/office/officeart/2005/8/layout/cycle8"/>
    <dgm:cxn modelId="{812943C6-B18E-4EE0-A6CA-CD8E05105873}" type="presParOf" srcId="{EFF56510-DF49-475A-A218-8E68A0A6072F}" destId="{CB686EFD-48C9-4A22-831F-6C3990F4EF54}" srcOrd="1" destOrd="0" presId="urn:microsoft.com/office/officeart/2005/8/layout/cycle8"/>
    <dgm:cxn modelId="{0EB14363-8EC4-4D4F-9A07-4B49F98FAECC}" type="presParOf" srcId="{EFF56510-DF49-475A-A218-8E68A0A6072F}" destId="{8EB473FB-EACE-4D55-A7A0-EFE1710059B4}" srcOrd="2" destOrd="0" presId="urn:microsoft.com/office/officeart/2005/8/layout/cycle8"/>
    <dgm:cxn modelId="{BDC22AE5-5DAC-421E-AE57-1D9D0F08B9F8}" type="presParOf" srcId="{EFF56510-DF49-475A-A218-8E68A0A6072F}" destId="{528FCF04-EA59-4080-9936-BFAACCAFFB29}" srcOrd="3" destOrd="0" presId="urn:microsoft.com/office/officeart/2005/8/layout/cycle8"/>
    <dgm:cxn modelId="{E2EB3C6D-4D0F-42D5-9E37-55C5D08C018A}" type="presParOf" srcId="{EFF56510-DF49-475A-A218-8E68A0A6072F}" destId="{F468E3AC-6089-4203-BCB1-448ADB983456}" srcOrd="4" destOrd="0" presId="urn:microsoft.com/office/officeart/2005/8/layout/cycle8"/>
    <dgm:cxn modelId="{14727913-5AEA-4E28-9FED-CB8B8D44AC93}" type="presParOf" srcId="{EFF56510-DF49-475A-A218-8E68A0A6072F}" destId="{558D6C41-F482-4D98-8C03-A9A4150DED05}" srcOrd="5" destOrd="0" presId="urn:microsoft.com/office/officeart/2005/8/layout/cycle8"/>
    <dgm:cxn modelId="{71F1BD32-ADCF-4471-9963-31C062F8DFDE}" type="presParOf" srcId="{EFF56510-DF49-475A-A218-8E68A0A6072F}" destId="{A57A9BCD-39FE-489E-9D7B-2D44D311E6B6}" srcOrd="6" destOrd="0" presId="urn:microsoft.com/office/officeart/2005/8/layout/cycle8"/>
    <dgm:cxn modelId="{42502E34-F47E-4713-8844-8776D578B784}" type="presParOf" srcId="{EFF56510-DF49-475A-A218-8E68A0A6072F}" destId="{6470F54A-D439-4E9C-8DC1-494DAC7BAA46}" srcOrd="7" destOrd="0" presId="urn:microsoft.com/office/officeart/2005/8/layout/cycle8"/>
    <dgm:cxn modelId="{504F54D0-68F9-4230-9469-7A1BF2C800CC}" type="presParOf" srcId="{EFF56510-DF49-475A-A218-8E68A0A6072F}" destId="{332F60C4-A9B3-4481-851C-23CA47EE36D8}" srcOrd="8" destOrd="0" presId="urn:microsoft.com/office/officeart/2005/8/layout/cycle8"/>
    <dgm:cxn modelId="{50D44514-418F-4127-95CD-53899B04E021}" type="presParOf" srcId="{EFF56510-DF49-475A-A218-8E68A0A6072F}" destId="{52D1678A-DA5E-4955-9540-0D0354CC39E8}" srcOrd="9" destOrd="0" presId="urn:microsoft.com/office/officeart/2005/8/layout/cycle8"/>
    <dgm:cxn modelId="{37A9B83A-D59D-41E2-9E70-36A1E1A717BA}" type="presParOf" srcId="{EFF56510-DF49-475A-A218-8E68A0A6072F}" destId="{6DD7F0A6-9EE9-4F1E-B8EE-351B26B69859}" srcOrd="10" destOrd="0" presId="urn:microsoft.com/office/officeart/2005/8/layout/cycle8"/>
    <dgm:cxn modelId="{B5BA4B08-27D9-4028-A7EE-C4D615DA023A}" type="presParOf" srcId="{EFF56510-DF49-475A-A218-8E68A0A6072F}" destId="{D2748F07-2CFF-4ED6-A6DC-9BDBA706ABFD}" srcOrd="11" destOrd="0" presId="urn:microsoft.com/office/officeart/2005/8/layout/cycle8"/>
    <dgm:cxn modelId="{C2FA7F89-0DED-4D6F-B03C-B6B38373DAF2}" type="presParOf" srcId="{EFF56510-DF49-475A-A218-8E68A0A6072F}" destId="{5E05DB3D-998D-426D-AA60-B9FAF6935D6C}" srcOrd="12" destOrd="0" presId="urn:microsoft.com/office/officeart/2005/8/layout/cycle8"/>
    <dgm:cxn modelId="{A4BDC620-C0C1-412B-A544-07D0029A0F68}" type="presParOf" srcId="{EFF56510-DF49-475A-A218-8E68A0A6072F}" destId="{6C29E01C-1724-431E-B923-18968387930D}" srcOrd="13" destOrd="0" presId="urn:microsoft.com/office/officeart/2005/8/layout/cycle8"/>
    <dgm:cxn modelId="{BB9862F3-490C-452F-AB57-06DC87BD6CD3}" type="presParOf" srcId="{EFF56510-DF49-475A-A218-8E68A0A6072F}" destId="{C622BFED-745E-4C6F-803D-C603F8D47F21}" srcOrd="14" destOrd="0" presId="urn:microsoft.com/office/officeart/2005/8/layout/cycle8"/>
    <dgm:cxn modelId="{5DB055E1-2EF7-4C50-BE93-C9539A9A21F4}" type="presParOf" srcId="{EFF56510-DF49-475A-A218-8E68A0A6072F}" destId="{FD7A963D-63EC-4B01-A283-A7B10371DF05}" srcOrd="15" destOrd="0" presId="urn:microsoft.com/office/officeart/2005/8/layout/cycle8"/>
    <dgm:cxn modelId="{B83F6DB9-42AA-41D3-A27C-56744D608052}" type="presParOf" srcId="{EFF56510-DF49-475A-A218-8E68A0A6072F}" destId="{4DBC18A6-C982-4FDC-9067-09A18A268DBB}" srcOrd="16" destOrd="0" presId="urn:microsoft.com/office/officeart/2005/8/layout/cycle8"/>
    <dgm:cxn modelId="{01C7241F-0BC1-4CD1-B141-18760FBFA9EF}" type="presParOf" srcId="{EFF56510-DF49-475A-A218-8E68A0A6072F}" destId="{C608AC87-6DCC-4A08-B889-52D1A718775D}" srcOrd="17" destOrd="0" presId="urn:microsoft.com/office/officeart/2005/8/layout/cycle8"/>
    <dgm:cxn modelId="{3DF7A201-C922-488F-88B7-362C9B61D1F3}" type="presParOf" srcId="{EFF56510-DF49-475A-A218-8E68A0A6072F}" destId="{BFA7797E-588D-4C1E-9568-FEEE28C97731}" srcOrd="18" destOrd="0" presId="urn:microsoft.com/office/officeart/2005/8/layout/cycle8"/>
    <dgm:cxn modelId="{452593D7-A82B-4083-9186-69930FE7CCA5}" type="presParOf" srcId="{EFF56510-DF49-475A-A218-8E68A0A6072F}" destId="{A316C6F9-FF2A-4364-AFA7-2246651A3606}" srcOrd="19" destOrd="0" presId="urn:microsoft.com/office/officeart/2005/8/layout/cycle8"/>
    <dgm:cxn modelId="{43C95D81-8114-4B7D-8700-ACDF391220B1}" type="presParOf" srcId="{EFF56510-DF49-475A-A218-8E68A0A6072F}" destId="{DABD58C3-A7E4-451E-9D28-E19EF1E981CB}" srcOrd="20" destOrd="0" presId="urn:microsoft.com/office/officeart/2005/8/layout/cycle8"/>
    <dgm:cxn modelId="{D5144BF4-1ADE-494A-AEF1-620DBAA70F17}" type="presParOf" srcId="{EFF56510-DF49-475A-A218-8E68A0A6072F}" destId="{B790744B-BC72-4AB1-BF6C-A2BF85CA8AD5}" srcOrd="21" destOrd="0" presId="urn:microsoft.com/office/officeart/2005/8/layout/cycle8"/>
    <dgm:cxn modelId="{A7FA17D1-5C2D-4980-9263-D2AC8DCE6BAF}" type="presParOf" srcId="{EFF56510-DF49-475A-A218-8E68A0A6072F}" destId="{2AB5F667-3BB0-4C3F-B999-919FD95A2086}" srcOrd="22" destOrd="0" presId="urn:microsoft.com/office/officeart/2005/8/layout/cycle8"/>
    <dgm:cxn modelId="{292D4AFB-EFDB-42B4-AE00-9551D7C65DE7}" type="presParOf" srcId="{EFF56510-DF49-475A-A218-8E68A0A6072F}" destId="{C8BEF68D-9891-45AF-BF78-5C27D6A13064}" srcOrd="23" destOrd="0" presId="urn:microsoft.com/office/officeart/2005/8/layout/cycle8"/>
    <dgm:cxn modelId="{BBA7A5EA-148F-4A80-A564-BE4AB0BF46F1}" type="presParOf" srcId="{EFF56510-DF49-475A-A218-8E68A0A6072F}" destId="{A6948265-7090-4329-97D4-ED69B00024FF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E3D6E6-B296-483E-9869-372A0E5B94B3}" type="doc">
      <dgm:prSet loTypeId="urn:microsoft.com/office/officeart/2005/8/layout/chevron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2FD3C283-6C25-4300-9925-3C83619A606E}">
      <dgm:prSet phldrT="[Text]" phldr="0"/>
      <dgm:spPr/>
      <dgm:t>
        <a:bodyPr/>
        <a:lstStyle/>
        <a:p>
          <a:r>
            <a:rPr lang="en-US" dirty="0"/>
            <a:t>User Input</a:t>
          </a:r>
          <a:endParaRPr lang="en-IN" dirty="0"/>
        </a:p>
      </dgm:t>
    </dgm:pt>
    <dgm:pt modelId="{69A3FDFC-79CC-4034-B188-750075D8B64D}" type="parTrans" cxnId="{5E9927EB-E0D8-42D8-BE4F-45F33792E976}">
      <dgm:prSet/>
      <dgm:spPr/>
      <dgm:t>
        <a:bodyPr/>
        <a:lstStyle/>
        <a:p>
          <a:endParaRPr lang="en-IN"/>
        </a:p>
      </dgm:t>
    </dgm:pt>
    <dgm:pt modelId="{75E398E6-1288-4A02-AAC9-4F5FAB66C552}" type="sibTrans" cxnId="{5E9927EB-E0D8-42D8-BE4F-45F33792E976}">
      <dgm:prSet/>
      <dgm:spPr/>
      <dgm:t>
        <a:bodyPr/>
        <a:lstStyle/>
        <a:p>
          <a:endParaRPr lang="en-IN"/>
        </a:p>
      </dgm:t>
    </dgm:pt>
    <dgm:pt modelId="{A0D5B5FB-5D5F-46B6-ACF2-78124ADCE30A}">
      <dgm:prSet phldrT="[Text]" phldr="0"/>
      <dgm:spPr/>
      <dgm:t>
        <a:bodyPr/>
        <a:lstStyle/>
        <a:p>
          <a:r>
            <a:rPr lang="en-US" dirty="0"/>
            <a:t>Simple Mode</a:t>
          </a:r>
          <a:endParaRPr lang="en-IN" dirty="0"/>
        </a:p>
      </dgm:t>
    </dgm:pt>
    <dgm:pt modelId="{10C5468A-D20C-484D-AA4D-99ADE8E7C797}" type="parTrans" cxnId="{C4FCE09F-9558-4F43-AF83-8B594CE9E71F}">
      <dgm:prSet/>
      <dgm:spPr/>
      <dgm:t>
        <a:bodyPr/>
        <a:lstStyle/>
        <a:p>
          <a:endParaRPr lang="en-IN"/>
        </a:p>
      </dgm:t>
    </dgm:pt>
    <dgm:pt modelId="{211C3931-A05B-407A-9674-42A2D4CE7D4A}" type="sibTrans" cxnId="{C4FCE09F-9558-4F43-AF83-8B594CE9E71F}">
      <dgm:prSet/>
      <dgm:spPr/>
      <dgm:t>
        <a:bodyPr/>
        <a:lstStyle/>
        <a:p>
          <a:endParaRPr lang="en-IN"/>
        </a:p>
      </dgm:t>
    </dgm:pt>
    <dgm:pt modelId="{DBBBE096-DB92-4227-91FC-9101467EF818}">
      <dgm:prSet phldrT="[Text]" phldr="0"/>
      <dgm:spPr/>
      <dgm:t>
        <a:bodyPr/>
        <a:lstStyle/>
        <a:p>
          <a:r>
            <a:rPr lang="en-US" dirty="0"/>
            <a:t>Design Adviser</a:t>
          </a:r>
          <a:endParaRPr lang="en-IN" dirty="0"/>
        </a:p>
      </dgm:t>
    </dgm:pt>
    <dgm:pt modelId="{B01A3294-777A-4856-A6E5-267CA0923A2F}" type="parTrans" cxnId="{0D44EBE3-7E5C-46D6-B300-1DDED2249EBD}">
      <dgm:prSet/>
      <dgm:spPr/>
      <dgm:t>
        <a:bodyPr/>
        <a:lstStyle/>
        <a:p>
          <a:endParaRPr lang="en-IN"/>
        </a:p>
      </dgm:t>
    </dgm:pt>
    <dgm:pt modelId="{02FB9159-8BD1-4D3E-9F6C-DE8329B40EB1}" type="sibTrans" cxnId="{0D44EBE3-7E5C-46D6-B300-1DDED2249EBD}">
      <dgm:prSet/>
      <dgm:spPr/>
      <dgm:t>
        <a:bodyPr/>
        <a:lstStyle/>
        <a:p>
          <a:endParaRPr lang="en-IN"/>
        </a:p>
      </dgm:t>
    </dgm:pt>
    <dgm:pt modelId="{69AE8D7F-958C-414D-BAF7-9F34BBFEF319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A800BAE2-300A-4329-A30E-BB95862BDD46}" type="parTrans" cxnId="{8B72A04B-F7C9-448E-9F97-8A0994A82E02}">
      <dgm:prSet/>
      <dgm:spPr/>
      <dgm:t>
        <a:bodyPr/>
        <a:lstStyle/>
        <a:p>
          <a:endParaRPr lang="en-IN"/>
        </a:p>
      </dgm:t>
    </dgm:pt>
    <dgm:pt modelId="{F96B59BA-3A9F-4736-B6C5-B87E984D3B25}" type="sibTrans" cxnId="{8B72A04B-F7C9-448E-9F97-8A0994A82E02}">
      <dgm:prSet/>
      <dgm:spPr/>
      <dgm:t>
        <a:bodyPr/>
        <a:lstStyle/>
        <a:p>
          <a:endParaRPr lang="en-IN"/>
        </a:p>
      </dgm:t>
    </dgm:pt>
    <dgm:pt modelId="{AF2C5966-3B4C-43B4-8D28-15E81CFB1966}">
      <dgm:prSet phldrT="[Text]" phldr="0"/>
      <dgm:spPr/>
      <dgm:t>
        <a:bodyPr/>
        <a:lstStyle/>
        <a:p>
          <a:r>
            <a:rPr lang="en-US" dirty="0"/>
            <a:t>Quick Score</a:t>
          </a:r>
          <a:endParaRPr lang="en-IN" dirty="0"/>
        </a:p>
      </dgm:t>
    </dgm:pt>
    <dgm:pt modelId="{C0E8FDC9-8148-451D-8A1E-E7413021AB74}" type="parTrans" cxnId="{5AE42138-0387-43D4-8E66-6F8D73521C64}">
      <dgm:prSet/>
      <dgm:spPr/>
      <dgm:t>
        <a:bodyPr/>
        <a:lstStyle/>
        <a:p>
          <a:endParaRPr lang="en-IN"/>
        </a:p>
      </dgm:t>
    </dgm:pt>
    <dgm:pt modelId="{55F47549-D7B3-4DC5-BE31-DFAA323F0EC6}" type="sibTrans" cxnId="{5AE42138-0387-43D4-8E66-6F8D73521C64}">
      <dgm:prSet/>
      <dgm:spPr/>
      <dgm:t>
        <a:bodyPr/>
        <a:lstStyle/>
        <a:p>
          <a:endParaRPr lang="en-IN"/>
        </a:p>
      </dgm:t>
    </dgm:pt>
    <dgm:pt modelId="{80045A1E-7D03-4216-B456-1FE53ACF48BD}">
      <dgm:prSet phldrT="[Text]" phldr="0"/>
      <dgm:spPr/>
      <dgm:t>
        <a:bodyPr/>
        <a:lstStyle/>
        <a:p>
          <a:r>
            <a:rPr lang="en-US" dirty="0"/>
            <a:t>Wheater API Fetches Data</a:t>
          </a:r>
          <a:endParaRPr lang="en-IN" dirty="0"/>
        </a:p>
      </dgm:t>
    </dgm:pt>
    <dgm:pt modelId="{233EA965-FF40-469E-B034-A56C2BDC4014}" type="parTrans" cxnId="{F215F20D-7576-4166-8F0E-1F712431ED0A}">
      <dgm:prSet/>
      <dgm:spPr/>
      <dgm:t>
        <a:bodyPr/>
        <a:lstStyle/>
        <a:p>
          <a:endParaRPr lang="en-IN"/>
        </a:p>
      </dgm:t>
    </dgm:pt>
    <dgm:pt modelId="{E80789BB-F944-4109-A892-B0BF653B5FC3}" type="sibTrans" cxnId="{F215F20D-7576-4166-8F0E-1F712431ED0A}">
      <dgm:prSet/>
      <dgm:spPr/>
      <dgm:t>
        <a:bodyPr/>
        <a:lstStyle/>
        <a:p>
          <a:endParaRPr lang="en-IN"/>
        </a:p>
      </dgm:t>
    </dgm:pt>
    <dgm:pt modelId="{3467E205-C484-4000-AA9A-C14708572F7D}">
      <dgm:prSet phldrT="[Text]" phldr="0"/>
      <dgm:spPr/>
      <dgm:t>
        <a:bodyPr/>
        <a:lstStyle/>
        <a:p>
          <a:r>
            <a:rPr lang="en-US" dirty="0"/>
            <a:t>Display Result</a:t>
          </a:r>
          <a:endParaRPr lang="en-IN" dirty="0"/>
        </a:p>
      </dgm:t>
    </dgm:pt>
    <dgm:pt modelId="{86469011-A66F-4ECC-B841-BFE6326FA473}" type="parTrans" cxnId="{3EC8A526-69F3-48A3-B018-5D76AA013A14}">
      <dgm:prSet/>
      <dgm:spPr/>
      <dgm:t>
        <a:bodyPr/>
        <a:lstStyle/>
        <a:p>
          <a:endParaRPr lang="en-IN"/>
        </a:p>
      </dgm:t>
    </dgm:pt>
    <dgm:pt modelId="{638DE71E-AE54-45A9-9193-7F122A187A4C}" type="sibTrans" cxnId="{3EC8A526-69F3-48A3-B018-5D76AA013A14}">
      <dgm:prSet/>
      <dgm:spPr/>
      <dgm:t>
        <a:bodyPr/>
        <a:lstStyle/>
        <a:p>
          <a:endParaRPr lang="en-IN"/>
        </a:p>
      </dgm:t>
    </dgm:pt>
    <dgm:pt modelId="{95DACE22-B31A-4B71-8326-C7CB47387971}">
      <dgm:prSet phldrT="[Text]" phldr="0"/>
      <dgm:spPr/>
      <dgm:t>
        <a:bodyPr/>
        <a:lstStyle/>
        <a:p>
          <a:r>
            <a:rPr lang="en-US" dirty="0"/>
            <a:t>Charts + Score + Recommendations</a:t>
          </a:r>
          <a:endParaRPr lang="en-IN" dirty="0"/>
        </a:p>
      </dgm:t>
    </dgm:pt>
    <dgm:pt modelId="{0F030D4C-1A08-4D97-A7B6-EE0B751D09BE}" type="parTrans" cxnId="{814FBC6C-58EE-42C4-BDC4-9C3724A08813}">
      <dgm:prSet/>
      <dgm:spPr/>
      <dgm:t>
        <a:bodyPr/>
        <a:lstStyle/>
        <a:p>
          <a:endParaRPr lang="en-IN"/>
        </a:p>
      </dgm:t>
    </dgm:pt>
    <dgm:pt modelId="{C53ABC25-81ED-40AB-9F49-56CEAED47632}" type="sibTrans" cxnId="{814FBC6C-58EE-42C4-BDC4-9C3724A08813}">
      <dgm:prSet/>
      <dgm:spPr/>
      <dgm:t>
        <a:bodyPr/>
        <a:lstStyle/>
        <a:p>
          <a:endParaRPr lang="en-IN"/>
        </a:p>
      </dgm:t>
    </dgm:pt>
    <dgm:pt modelId="{4406D4C2-8A96-4DF4-8DFB-A043D100059C}">
      <dgm:prSet phldrT="[Text]" phldr="0"/>
      <dgm:spPr/>
      <dgm:t>
        <a:bodyPr/>
        <a:lstStyle/>
        <a:p>
          <a:r>
            <a:rPr lang="en-US" dirty="0"/>
            <a:t>AI Analysis</a:t>
          </a:r>
          <a:endParaRPr lang="en-IN" dirty="0"/>
        </a:p>
      </dgm:t>
    </dgm:pt>
    <dgm:pt modelId="{BAFCAAFF-8652-4B77-A400-3EACF90F5F42}" type="parTrans" cxnId="{3F144E9A-FE93-4954-BAF8-36C8F6A14C6C}">
      <dgm:prSet/>
      <dgm:spPr/>
      <dgm:t>
        <a:bodyPr/>
        <a:lstStyle/>
        <a:p>
          <a:endParaRPr lang="en-IN"/>
        </a:p>
      </dgm:t>
    </dgm:pt>
    <dgm:pt modelId="{CFFE0475-5DB3-4B9E-AF18-B750A9CF0A38}" type="sibTrans" cxnId="{3F144E9A-FE93-4954-BAF8-36C8F6A14C6C}">
      <dgm:prSet/>
      <dgm:spPr/>
      <dgm:t>
        <a:bodyPr/>
        <a:lstStyle/>
        <a:p>
          <a:endParaRPr lang="en-IN"/>
        </a:p>
      </dgm:t>
    </dgm:pt>
    <dgm:pt modelId="{5BF8A736-B9C8-4AC5-AD31-A37B221F68B7}">
      <dgm:prSet phldrT="[Text]" phldr="0"/>
      <dgm:spPr/>
      <dgm:t>
        <a:bodyPr/>
        <a:lstStyle/>
        <a:p>
          <a:r>
            <a:rPr lang="en-US" dirty="0"/>
            <a:t>ML Model Predicts</a:t>
          </a:r>
          <a:endParaRPr lang="en-IN" dirty="0"/>
        </a:p>
      </dgm:t>
    </dgm:pt>
    <dgm:pt modelId="{67872AFE-0466-4EA2-99F7-3C5486A311B6}" type="parTrans" cxnId="{1695FCC6-CD07-4312-B06F-A748DBB35334}">
      <dgm:prSet/>
      <dgm:spPr/>
      <dgm:t>
        <a:bodyPr/>
        <a:lstStyle/>
        <a:p>
          <a:endParaRPr lang="en-IN"/>
        </a:p>
      </dgm:t>
    </dgm:pt>
    <dgm:pt modelId="{328AA58B-513D-4704-A2C3-AAEC72A8A1DF}" type="sibTrans" cxnId="{1695FCC6-CD07-4312-B06F-A748DBB35334}">
      <dgm:prSet/>
      <dgm:spPr/>
      <dgm:t>
        <a:bodyPr/>
        <a:lstStyle/>
        <a:p>
          <a:endParaRPr lang="en-IN"/>
        </a:p>
      </dgm:t>
    </dgm:pt>
    <dgm:pt modelId="{D3E3FB22-7B1D-4B48-AC8D-A4B3C86511C0}" type="pres">
      <dgm:prSet presAssocID="{61E3D6E6-B296-483E-9869-372A0E5B94B3}" presName="linearFlow" presStyleCnt="0">
        <dgm:presLayoutVars>
          <dgm:dir/>
          <dgm:animLvl val="lvl"/>
          <dgm:resizeHandles val="exact"/>
        </dgm:presLayoutVars>
      </dgm:prSet>
      <dgm:spPr/>
    </dgm:pt>
    <dgm:pt modelId="{28413B15-65D4-4666-B070-E2077C08567B}" type="pres">
      <dgm:prSet presAssocID="{2FD3C283-6C25-4300-9925-3C83619A606E}" presName="composite" presStyleCnt="0"/>
      <dgm:spPr/>
    </dgm:pt>
    <dgm:pt modelId="{691A7011-2178-4E62-B19D-E7A67AA4B072}" type="pres">
      <dgm:prSet presAssocID="{2FD3C283-6C25-4300-9925-3C83619A606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C6730A5-AAA0-4848-8375-F7222A7D087D}" type="pres">
      <dgm:prSet presAssocID="{2FD3C283-6C25-4300-9925-3C83619A606E}" presName="descendantText" presStyleLbl="alignAcc1" presStyleIdx="0" presStyleCnt="3">
        <dgm:presLayoutVars>
          <dgm:bulletEnabled val="1"/>
        </dgm:presLayoutVars>
      </dgm:prSet>
      <dgm:spPr/>
    </dgm:pt>
    <dgm:pt modelId="{810EC1BE-44C6-45F3-ADD5-50266877EB86}" type="pres">
      <dgm:prSet presAssocID="{75E398E6-1288-4A02-AAC9-4F5FAB66C552}" presName="sp" presStyleCnt="0"/>
      <dgm:spPr/>
    </dgm:pt>
    <dgm:pt modelId="{21C49FC1-DF28-49F1-94C0-EE81CEB646B6}" type="pres">
      <dgm:prSet presAssocID="{69AE8D7F-958C-414D-BAF7-9F34BBFEF319}" presName="composite" presStyleCnt="0"/>
      <dgm:spPr/>
    </dgm:pt>
    <dgm:pt modelId="{D9A64DFD-2879-4A9E-AC09-F32306CA7D53}" type="pres">
      <dgm:prSet presAssocID="{69AE8D7F-958C-414D-BAF7-9F34BBFEF31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D0F8F7C-20F4-4835-BAC0-5B1B8912C91D}" type="pres">
      <dgm:prSet presAssocID="{69AE8D7F-958C-414D-BAF7-9F34BBFEF319}" presName="descendantText" presStyleLbl="alignAcc1" presStyleIdx="1" presStyleCnt="3">
        <dgm:presLayoutVars>
          <dgm:bulletEnabled val="1"/>
        </dgm:presLayoutVars>
      </dgm:prSet>
      <dgm:spPr/>
    </dgm:pt>
    <dgm:pt modelId="{827E3403-4230-4791-85FE-0AA0C441CDDA}" type="pres">
      <dgm:prSet presAssocID="{F96B59BA-3A9F-4736-B6C5-B87E984D3B25}" presName="sp" presStyleCnt="0"/>
      <dgm:spPr/>
    </dgm:pt>
    <dgm:pt modelId="{5D1B0823-E597-4021-A188-FBB1169A6FA3}" type="pres">
      <dgm:prSet presAssocID="{3467E205-C484-4000-AA9A-C14708572F7D}" presName="composite" presStyleCnt="0"/>
      <dgm:spPr/>
    </dgm:pt>
    <dgm:pt modelId="{C614B4DB-04BA-4D4D-9EB7-FA5DF4CD5791}" type="pres">
      <dgm:prSet presAssocID="{3467E205-C484-4000-AA9A-C14708572F7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8B13BC8-1E6E-419D-8BB3-A8C5F25A3F2E}" type="pres">
      <dgm:prSet presAssocID="{3467E205-C484-4000-AA9A-C14708572F7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215F20D-7576-4166-8F0E-1F712431ED0A}" srcId="{69AE8D7F-958C-414D-BAF7-9F34BBFEF319}" destId="{80045A1E-7D03-4216-B456-1FE53ACF48BD}" srcOrd="2" destOrd="0" parTransId="{233EA965-FF40-469E-B034-A56C2BDC4014}" sibTransId="{E80789BB-F944-4109-A892-B0BF653B5FC3}"/>
    <dgm:cxn modelId="{3EC8A526-69F3-48A3-B018-5D76AA013A14}" srcId="{61E3D6E6-B296-483E-9869-372A0E5B94B3}" destId="{3467E205-C484-4000-AA9A-C14708572F7D}" srcOrd="2" destOrd="0" parTransId="{86469011-A66F-4ECC-B841-BFE6326FA473}" sibTransId="{638DE71E-AE54-45A9-9193-7F122A187A4C}"/>
    <dgm:cxn modelId="{7D12B232-015B-4AC2-BFF5-472F10690D7F}" type="presOf" srcId="{4406D4C2-8A96-4DF4-8DFB-A043D100059C}" destId="{9C6730A5-AAA0-4848-8375-F7222A7D087D}" srcOrd="0" destOrd="1" presId="urn:microsoft.com/office/officeart/2005/8/layout/chevron2"/>
    <dgm:cxn modelId="{5AE42138-0387-43D4-8E66-6F8D73521C64}" srcId="{69AE8D7F-958C-414D-BAF7-9F34BBFEF319}" destId="{AF2C5966-3B4C-43B4-8D28-15E81CFB1966}" srcOrd="0" destOrd="0" parTransId="{C0E8FDC9-8148-451D-8A1E-E7413021AB74}" sibTransId="{55F47549-D7B3-4DC5-BE31-DFAA323F0EC6}"/>
    <dgm:cxn modelId="{8B72A04B-F7C9-448E-9F97-8A0994A82E02}" srcId="{61E3D6E6-B296-483E-9869-372A0E5B94B3}" destId="{69AE8D7F-958C-414D-BAF7-9F34BBFEF319}" srcOrd="1" destOrd="0" parTransId="{A800BAE2-300A-4329-A30E-BB95862BDD46}" sibTransId="{F96B59BA-3A9F-4736-B6C5-B87E984D3B25}"/>
    <dgm:cxn modelId="{814FBC6C-58EE-42C4-BDC4-9C3724A08813}" srcId="{3467E205-C484-4000-AA9A-C14708572F7D}" destId="{95DACE22-B31A-4B71-8326-C7CB47387971}" srcOrd="0" destOrd="0" parTransId="{0F030D4C-1A08-4D97-A7B6-EE0B751D09BE}" sibTransId="{C53ABC25-81ED-40AB-9F49-56CEAED47632}"/>
    <dgm:cxn modelId="{5A41B589-AF8E-4630-999E-79ACFAC1A7EE}" type="presOf" srcId="{5BF8A736-B9C8-4AC5-AD31-A37B221F68B7}" destId="{3D0F8F7C-20F4-4835-BAC0-5B1B8912C91D}" srcOrd="0" destOrd="1" presId="urn:microsoft.com/office/officeart/2005/8/layout/chevron2"/>
    <dgm:cxn modelId="{3F144E9A-FE93-4954-BAF8-36C8F6A14C6C}" srcId="{2FD3C283-6C25-4300-9925-3C83619A606E}" destId="{4406D4C2-8A96-4DF4-8DFB-A043D100059C}" srcOrd="1" destOrd="0" parTransId="{BAFCAAFF-8652-4B77-A400-3EACF90F5F42}" sibTransId="{CFFE0475-5DB3-4B9E-AF18-B750A9CF0A38}"/>
    <dgm:cxn modelId="{54F0FA9A-2679-496C-B3C3-AB8AB3A1D8F2}" type="presOf" srcId="{3467E205-C484-4000-AA9A-C14708572F7D}" destId="{C614B4DB-04BA-4D4D-9EB7-FA5DF4CD5791}" srcOrd="0" destOrd="0" presId="urn:microsoft.com/office/officeart/2005/8/layout/chevron2"/>
    <dgm:cxn modelId="{C4FCE09F-9558-4F43-AF83-8B594CE9E71F}" srcId="{2FD3C283-6C25-4300-9925-3C83619A606E}" destId="{A0D5B5FB-5D5F-46B6-ACF2-78124ADCE30A}" srcOrd="0" destOrd="0" parTransId="{10C5468A-D20C-484D-AA4D-99ADE8E7C797}" sibTransId="{211C3931-A05B-407A-9674-42A2D4CE7D4A}"/>
    <dgm:cxn modelId="{E68F3BAF-670B-473B-8D68-53DFDD8BA9DC}" type="presOf" srcId="{61E3D6E6-B296-483E-9869-372A0E5B94B3}" destId="{D3E3FB22-7B1D-4B48-AC8D-A4B3C86511C0}" srcOrd="0" destOrd="0" presId="urn:microsoft.com/office/officeart/2005/8/layout/chevron2"/>
    <dgm:cxn modelId="{E9E4B2B9-AAF4-482D-82BA-A79813E83B3C}" type="presOf" srcId="{69AE8D7F-958C-414D-BAF7-9F34BBFEF319}" destId="{D9A64DFD-2879-4A9E-AC09-F32306CA7D53}" srcOrd="0" destOrd="0" presId="urn:microsoft.com/office/officeart/2005/8/layout/chevron2"/>
    <dgm:cxn modelId="{1695FCC6-CD07-4312-B06F-A748DBB35334}" srcId="{69AE8D7F-958C-414D-BAF7-9F34BBFEF319}" destId="{5BF8A736-B9C8-4AC5-AD31-A37B221F68B7}" srcOrd="1" destOrd="0" parTransId="{67872AFE-0466-4EA2-99F7-3C5486A311B6}" sibTransId="{328AA58B-513D-4704-A2C3-AAEC72A8A1DF}"/>
    <dgm:cxn modelId="{453A7AD3-E4FC-4A53-A220-E1F7F1F00C3C}" type="presOf" srcId="{80045A1E-7D03-4216-B456-1FE53ACF48BD}" destId="{3D0F8F7C-20F4-4835-BAC0-5B1B8912C91D}" srcOrd="0" destOrd="2" presId="urn:microsoft.com/office/officeart/2005/8/layout/chevron2"/>
    <dgm:cxn modelId="{9606F0D9-CF61-4DE9-85D7-B6284464A844}" type="presOf" srcId="{2FD3C283-6C25-4300-9925-3C83619A606E}" destId="{691A7011-2178-4E62-B19D-E7A67AA4B072}" srcOrd="0" destOrd="0" presId="urn:microsoft.com/office/officeart/2005/8/layout/chevron2"/>
    <dgm:cxn modelId="{276545DF-6CFC-4C3D-ACFB-E5F5D0242C81}" type="presOf" srcId="{95DACE22-B31A-4B71-8326-C7CB47387971}" destId="{B8B13BC8-1E6E-419D-8BB3-A8C5F25A3F2E}" srcOrd="0" destOrd="0" presId="urn:microsoft.com/office/officeart/2005/8/layout/chevron2"/>
    <dgm:cxn modelId="{4CA079E0-12CE-4034-B6D8-D53E85F3C5FC}" type="presOf" srcId="{A0D5B5FB-5D5F-46B6-ACF2-78124ADCE30A}" destId="{9C6730A5-AAA0-4848-8375-F7222A7D087D}" srcOrd="0" destOrd="0" presId="urn:microsoft.com/office/officeart/2005/8/layout/chevron2"/>
    <dgm:cxn modelId="{0D44EBE3-7E5C-46D6-B300-1DDED2249EBD}" srcId="{2FD3C283-6C25-4300-9925-3C83619A606E}" destId="{DBBBE096-DB92-4227-91FC-9101467EF818}" srcOrd="2" destOrd="0" parTransId="{B01A3294-777A-4856-A6E5-267CA0923A2F}" sibTransId="{02FB9159-8BD1-4D3E-9F6C-DE8329B40EB1}"/>
    <dgm:cxn modelId="{182BFAEA-291F-46C4-AF53-F7F80DA4E989}" type="presOf" srcId="{DBBBE096-DB92-4227-91FC-9101467EF818}" destId="{9C6730A5-AAA0-4848-8375-F7222A7D087D}" srcOrd="0" destOrd="2" presId="urn:microsoft.com/office/officeart/2005/8/layout/chevron2"/>
    <dgm:cxn modelId="{5E9927EB-E0D8-42D8-BE4F-45F33792E976}" srcId="{61E3D6E6-B296-483E-9869-372A0E5B94B3}" destId="{2FD3C283-6C25-4300-9925-3C83619A606E}" srcOrd="0" destOrd="0" parTransId="{69A3FDFC-79CC-4034-B188-750075D8B64D}" sibTransId="{75E398E6-1288-4A02-AAC9-4F5FAB66C552}"/>
    <dgm:cxn modelId="{18B69AF1-CB05-489A-9C8F-C2F8902EA744}" type="presOf" srcId="{AF2C5966-3B4C-43B4-8D28-15E81CFB1966}" destId="{3D0F8F7C-20F4-4835-BAC0-5B1B8912C91D}" srcOrd="0" destOrd="0" presId="urn:microsoft.com/office/officeart/2005/8/layout/chevron2"/>
    <dgm:cxn modelId="{38EFD9ED-B23E-454C-AE42-49CEAE30A76A}" type="presParOf" srcId="{D3E3FB22-7B1D-4B48-AC8D-A4B3C86511C0}" destId="{28413B15-65D4-4666-B070-E2077C08567B}" srcOrd="0" destOrd="0" presId="urn:microsoft.com/office/officeart/2005/8/layout/chevron2"/>
    <dgm:cxn modelId="{43411604-359C-4775-BE18-D3772D9A2ADD}" type="presParOf" srcId="{28413B15-65D4-4666-B070-E2077C08567B}" destId="{691A7011-2178-4E62-B19D-E7A67AA4B072}" srcOrd="0" destOrd="0" presId="urn:microsoft.com/office/officeart/2005/8/layout/chevron2"/>
    <dgm:cxn modelId="{4942E4AE-4B06-453C-83D3-16FD7CD74E73}" type="presParOf" srcId="{28413B15-65D4-4666-B070-E2077C08567B}" destId="{9C6730A5-AAA0-4848-8375-F7222A7D087D}" srcOrd="1" destOrd="0" presId="urn:microsoft.com/office/officeart/2005/8/layout/chevron2"/>
    <dgm:cxn modelId="{9513456B-7F52-4F56-9BEF-357A6294C77C}" type="presParOf" srcId="{D3E3FB22-7B1D-4B48-AC8D-A4B3C86511C0}" destId="{810EC1BE-44C6-45F3-ADD5-50266877EB86}" srcOrd="1" destOrd="0" presId="urn:microsoft.com/office/officeart/2005/8/layout/chevron2"/>
    <dgm:cxn modelId="{A2EB691E-3F08-440F-9A04-C06AD0B3192B}" type="presParOf" srcId="{D3E3FB22-7B1D-4B48-AC8D-A4B3C86511C0}" destId="{21C49FC1-DF28-49F1-94C0-EE81CEB646B6}" srcOrd="2" destOrd="0" presId="urn:microsoft.com/office/officeart/2005/8/layout/chevron2"/>
    <dgm:cxn modelId="{A36E64AF-8E26-49BF-BBA6-5EDCCE690A16}" type="presParOf" srcId="{21C49FC1-DF28-49F1-94C0-EE81CEB646B6}" destId="{D9A64DFD-2879-4A9E-AC09-F32306CA7D53}" srcOrd="0" destOrd="0" presId="urn:microsoft.com/office/officeart/2005/8/layout/chevron2"/>
    <dgm:cxn modelId="{FA87098D-8A1E-4378-ADAA-03D773415F30}" type="presParOf" srcId="{21C49FC1-DF28-49F1-94C0-EE81CEB646B6}" destId="{3D0F8F7C-20F4-4835-BAC0-5B1B8912C91D}" srcOrd="1" destOrd="0" presId="urn:microsoft.com/office/officeart/2005/8/layout/chevron2"/>
    <dgm:cxn modelId="{8C2C8862-8BA2-4CF5-9C06-023A3CD5D30E}" type="presParOf" srcId="{D3E3FB22-7B1D-4B48-AC8D-A4B3C86511C0}" destId="{827E3403-4230-4791-85FE-0AA0C441CDDA}" srcOrd="3" destOrd="0" presId="urn:microsoft.com/office/officeart/2005/8/layout/chevron2"/>
    <dgm:cxn modelId="{5DC841BD-71F8-4EFC-9C6A-9F3720571591}" type="presParOf" srcId="{D3E3FB22-7B1D-4B48-AC8D-A4B3C86511C0}" destId="{5D1B0823-E597-4021-A188-FBB1169A6FA3}" srcOrd="4" destOrd="0" presId="urn:microsoft.com/office/officeart/2005/8/layout/chevron2"/>
    <dgm:cxn modelId="{5BF6D45A-D40B-4A01-B694-18AE7DD5DBA3}" type="presParOf" srcId="{5D1B0823-E597-4021-A188-FBB1169A6FA3}" destId="{C614B4DB-04BA-4D4D-9EB7-FA5DF4CD5791}" srcOrd="0" destOrd="0" presId="urn:microsoft.com/office/officeart/2005/8/layout/chevron2"/>
    <dgm:cxn modelId="{7677C9C7-6F2E-4F3E-8226-8D72503682D9}" type="presParOf" srcId="{5D1B0823-E597-4021-A188-FBB1169A6FA3}" destId="{B8B13BC8-1E6E-419D-8BB3-A8C5F25A3F2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6F50E-3AF7-4160-817E-6D3440685C1A}">
      <dsp:nvSpPr>
        <dsp:cNvPr id="0" name=""/>
        <dsp:cNvSpPr/>
      </dsp:nvSpPr>
      <dsp:spPr>
        <a:xfrm>
          <a:off x="301666" y="293899"/>
          <a:ext cx="2760344" cy="2760344"/>
        </a:xfrm>
        <a:prstGeom prst="pie">
          <a:avLst>
            <a:gd name="adj1" fmla="val 16200000"/>
            <a:gd name="adj2" fmla="val 2052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Requirment</a:t>
          </a:r>
          <a:r>
            <a:rPr lang="en-US" sz="1200" kern="1200" dirty="0"/>
            <a:t>  Analysis</a:t>
          </a:r>
          <a:endParaRPr lang="en-IN" sz="1200" kern="1200" dirty="0"/>
        </a:p>
      </dsp:txBody>
      <dsp:txXfrm>
        <a:off x="1741645" y="757900"/>
        <a:ext cx="887253" cy="591502"/>
      </dsp:txXfrm>
    </dsp:sp>
    <dsp:sp modelId="{F468E3AC-6089-4203-BCB1-448ADB983456}">
      <dsp:nvSpPr>
        <dsp:cNvPr id="0" name=""/>
        <dsp:cNvSpPr/>
      </dsp:nvSpPr>
      <dsp:spPr>
        <a:xfrm>
          <a:off x="325326" y="367508"/>
          <a:ext cx="2760344" cy="2760344"/>
        </a:xfrm>
        <a:prstGeom prst="pie">
          <a:avLst>
            <a:gd name="adj1" fmla="val 20520000"/>
            <a:gd name="adj2" fmla="val 32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Designing / Coding</a:t>
          </a:r>
          <a:endParaRPr lang="en-IN" sz="1200" kern="1200" dirty="0"/>
        </a:p>
      </dsp:txBody>
      <dsp:txXfrm>
        <a:off x="2103119" y="1628723"/>
        <a:ext cx="821531" cy="657224"/>
      </dsp:txXfrm>
    </dsp:sp>
    <dsp:sp modelId="{332F60C4-A9B3-4481-851C-23CA47EE36D8}">
      <dsp:nvSpPr>
        <dsp:cNvPr id="0" name=""/>
        <dsp:cNvSpPr/>
      </dsp:nvSpPr>
      <dsp:spPr>
        <a:xfrm>
          <a:off x="262889" y="412857"/>
          <a:ext cx="2760344" cy="2760344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Testing</a:t>
          </a:r>
          <a:endParaRPr lang="en-IN" sz="1200" kern="1200" dirty="0"/>
        </a:p>
      </dsp:txBody>
      <dsp:txXfrm>
        <a:off x="1248727" y="2351670"/>
        <a:ext cx="788669" cy="722947"/>
      </dsp:txXfrm>
    </dsp:sp>
    <dsp:sp modelId="{5E05DB3D-998D-426D-AA60-B9FAF6935D6C}">
      <dsp:nvSpPr>
        <dsp:cNvPr id="0" name=""/>
        <dsp:cNvSpPr/>
      </dsp:nvSpPr>
      <dsp:spPr>
        <a:xfrm>
          <a:off x="200453" y="367508"/>
          <a:ext cx="2760344" cy="2760344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Deployment</a:t>
          </a:r>
          <a:endParaRPr lang="en-IN" sz="1200" kern="1200" dirty="0"/>
        </a:p>
      </dsp:txBody>
      <dsp:txXfrm>
        <a:off x="361473" y="1628723"/>
        <a:ext cx="821531" cy="657224"/>
      </dsp:txXfrm>
    </dsp:sp>
    <dsp:sp modelId="{4DBC18A6-C982-4FDC-9067-09A18A268DBB}">
      <dsp:nvSpPr>
        <dsp:cNvPr id="0" name=""/>
        <dsp:cNvSpPr/>
      </dsp:nvSpPr>
      <dsp:spPr>
        <a:xfrm>
          <a:off x="224113" y="293899"/>
          <a:ext cx="2760344" cy="2760344"/>
        </a:xfrm>
        <a:prstGeom prst="pie">
          <a:avLst>
            <a:gd name="adj1" fmla="val 1188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Maintenance</a:t>
          </a:r>
          <a:endParaRPr lang="en-IN" sz="1200" kern="1200" dirty="0"/>
        </a:p>
      </dsp:txBody>
      <dsp:txXfrm>
        <a:off x="657224" y="757900"/>
        <a:ext cx="887253" cy="591502"/>
      </dsp:txXfrm>
    </dsp:sp>
    <dsp:sp modelId="{DABD58C3-A7E4-451E-9D28-E19EF1E981CB}">
      <dsp:nvSpPr>
        <dsp:cNvPr id="0" name=""/>
        <dsp:cNvSpPr/>
      </dsp:nvSpPr>
      <dsp:spPr>
        <a:xfrm>
          <a:off x="130657" y="123021"/>
          <a:ext cx="3102101" cy="3102101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90744B-BC72-4AB1-BF6C-A2BF85CA8AD5}">
      <dsp:nvSpPr>
        <dsp:cNvPr id="0" name=""/>
        <dsp:cNvSpPr/>
      </dsp:nvSpPr>
      <dsp:spPr>
        <a:xfrm>
          <a:off x="154638" y="196606"/>
          <a:ext cx="3102101" cy="3102101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B5F667-3BB0-4C3F-B999-919FD95A2086}">
      <dsp:nvSpPr>
        <dsp:cNvPr id="0" name=""/>
        <dsp:cNvSpPr/>
      </dsp:nvSpPr>
      <dsp:spPr>
        <a:xfrm>
          <a:off x="92011" y="242093"/>
          <a:ext cx="3102101" cy="3102101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8BEF68D-9891-45AF-BF78-5C27D6A13064}">
      <dsp:nvSpPr>
        <dsp:cNvPr id="0" name=""/>
        <dsp:cNvSpPr/>
      </dsp:nvSpPr>
      <dsp:spPr>
        <a:xfrm>
          <a:off x="29384" y="196606"/>
          <a:ext cx="3102101" cy="3102101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948265-7090-4329-97D4-ED69B00024FF}">
      <dsp:nvSpPr>
        <dsp:cNvPr id="0" name=""/>
        <dsp:cNvSpPr/>
      </dsp:nvSpPr>
      <dsp:spPr>
        <a:xfrm>
          <a:off x="53365" y="123021"/>
          <a:ext cx="3102101" cy="3102101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A7011-2178-4E62-B19D-E7A67AA4B072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User Input</a:t>
          </a:r>
          <a:endParaRPr lang="en-IN" sz="1600" kern="1200" dirty="0"/>
        </a:p>
      </dsp:txBody>
      <dsp:txXfrm rot="-5400000">
        <a:off x="0" y="554579"/>
        <a:ext cx="1105044" cy="473590"/>
      </dsp:txXfrm>
    </dsp:sp>
    <dsp:sp modelId="{9C6730A5-AAA0-4848-8375-F7222A7D087D}">
      <dsp:nvSpPr>
        <dsp:cNvPr id="0" name=""/>
        <dsp:cNvSpPr/>
      </dsp:nvSpPr>
      <dsp:spPr>
        <a:xfrm rot="5400000">
          <a:off x="5297265" y="-4190163"/>
          <a:ext cx="1026112" cy="941055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Simple Mode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AI Analysis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Design Adviser</a:t>
          </a:r>
          <a:endParaRPr lang="en-IN" sz="1900" kern="1200" dirty="0"/>
        </a:p>
      </dsp:txBody>
      <dsp:txXfrm rot="-5400000">
        <a:off x="1105044" y="52149"/>
        <a:ext cx="9360464" cy="925930"/>
      </dsp:txXfrm>
    </dsp:sp>
    <dsp:sp modelId="{D9A64DFD-2879-4A9E-AC09-F32306CA7D53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</a:t>
          </a:r>
        </a:p>
      </dsp:txBody>
      <dsp:txXfrm rot="-5400000">
        <a:off x="0" y="1938873"/>
        <a:ext cx="1105044" cy="473590"/>
      </dsp:txXfrm>
    </dsp:sp>
    <dsp:sp modelId="{3D0F8F7C-20F4-4835-BAC0-5B1B8912C91D}">
      <dsp:nvSpPr>
        <dsp:cNvPr id="0" name=""/>
        <dsp:cNvSpPr/>
      </dsp:nvSpPr>
      <dsp:spPr>
        <a:xfrm rot="5400000">
          <a:off x="5297265" y="-2805869"/>
          <a:ext cx="1026112" cy="941055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Quick Score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ML Model Predicts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Wheater API Fetches Data</a:t>
          </a:r>
          <a:endParaRPr lang="en-IN" sz="1900" kern="1200" dirty="0"/>
        </a:p>
      </dsp:txBody>
      <dsp:txXfrm rot="-5400000">
        <a:off x="1105044" y="1436443"/>
        <a:ext cx="9360464" cy="925930"/>
      </dsp:txXfrm>
    </dsp:sp>
    <dsp:sp modelId="{C614B4DB-04BA-4D4D-9EB7-FA5DF4CD5791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Display Result</a:t>
          </a:r>
          <a:endParaRPr lang="en-IN" sz="1600" kern="1200" dirty="0"/>
        </a:p>
      </dsp:txBody>
      <dsp:txXfrm rot="-5400000">
        <a:off x="0" y="3323167"/>
        <a:ext cx="1105044" cy="473590"/>
      </dsp:txXfrm>
    </dsp:sp>
    <dsp:sp modelId="{B8B13BC8-1E6E-419D-8BB3-A8C5F25A3F2E}">
      <dsp:nvSpPr>
        <dsp:cNvPr id="0" name=""/>
        <dsp:cNvSpPr/>
      </dsp:nvSpPr>
      <dsp:spPr>
        <a:xfrm rot="5400000">
          <a:off x="5297265" y="-1421576"/>
          <a:ext cx="1026112" cy="941055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Charts + Score + Recommendations</a:t>
          </a:r>
          <a:endParaRPr lang="en-IN" sz="1900" kern="1200" dirty="0"/>
        </a:p>
      </dsp:txBody>
      <dsp:txXfrm rot="-5400000">
        <a:off x="1105044" y="2820736"/>
        <a:ext cx="9360464" cy="925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B8A5-8FC1-D54F-4616-BFB7699E9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ACD43-12AB-2CC3-146C-F732F86AA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6B8C5-E162-B77E-AE6F-D51C8548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1E11-1588-C781-FCBA-6BF870EE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E2174-471A-DA4B-8693-0116835E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6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8223-7B45-C04D-95AE-5AF1E4DC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CC48D-349E-DA83-4EE2-C308EAA96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A0ED-D831-3925-D969-B03FAF6F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149C4-8824-323D-1C9E-165AD1DE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57A57-05BB-CB5A-753D-0196A9F3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7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ED03-2561-E60F-0C58-DEE283EE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20AFE-9554-F46C-3A63-173F8C98A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1FAC-0E15-CB78-F8B3-CB47C3F3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927B6-0065-BF7E-B26C-88C363F4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63222-7109-D130-2D1E-4632AD20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77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5191-EB2D-289E-56A4-866371C8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782FB-190B-D8EC-3DF6-331083373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DAEDD-5F68-DBEA-F535-EE254B4DC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1E560-F4A9-0D04-3441-B040EAB4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65675-0FA8-C745-C42C-9748AAE5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EAFD-64B7-068D-20D9-8D95BA82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59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2B5B-0C63-AD50-0A39-0C725EF5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2CBC0-5AED-D834-4DF0-A75CEDCA0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71D04-1371-8748-A419-E3E7C9A3F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DD712-B808-008D-5BA2-56AAAF9FE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F54FA-FB76-7A24-2364-D75884992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F1EBC-8D4C-B9E8-C438-B55AA818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5C653-73D0-9DEE-6DFF-5C9BA1E3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2FFA9-98EF-E1C3-81CE-7A576E77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9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2A85-1F7E-DD97-B732-696D8B34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FD30F0-7DD5-3DFC-4910-C9F41EB9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4C45E-653F-022B-BFCC-FC30CB6C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EA499-673F-80DF-5C61-988BE2E9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78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040BB-89C0-6296-C45F-4F784B81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B1D7C-40CA-7761-B14F-A698ACAC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29FE-3440-60F2-1694-219D0238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84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BD01-608B-93D0-F583-3C627EED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CD8E6-F3CE-3505-B66A-2C7079E16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8B31B-76DF-1DF9-3EAE-BBC18E4E2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DE41A-1868-8218-BE89-5022167A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DA9A6-A511-36EE-8CB6-5DB01543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5D53C-4485-BE85-7F9F-892596D2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2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8F88-672E-312C-AE4D-8FCB5E26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4C490-B2A8-9594-4ADA-60F907D5F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B4F51-4BD7-DFC7-D233-A0DE6537A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CB0D6-1118-BADD-26D6-FC2578E6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A768-D672-FB20-A9A8-82F55905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921A6-376E-39C7-6A6F-BF0B40E3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35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87B2-7E5E-60A9-F081-8DE12335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F1222-1251-6B83-AF92-8E0F94EBD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74B9E-7602-FC6A-D55F-4EDFB825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1720-932F-A2D3-44D5-FD1B2C94E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0A48-8B6B-333F-0565-88B8C57A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53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8FE8A-A18C-D6CA-5085-F6BD66CBF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EBFEE-F73C-6D52-E19E-0AF1D1D86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DD64A-2613-4C54-0547-009ACC8D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148D2-DA9B-E232-4E04-580942D6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7995C-BCAA-1422-2F13-B5C8CCF1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23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47D1DC-F72C-E50D-E27A-AB4A98BB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610CA-5005-B45F-2F29-299D2DB13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41506-DFFF-3C50-FCBC-FF884CA03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128D0-38B5-4FB9-80CD-21B1D6935B1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C7586-5A91-262F-4334-0866C09A2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EC6AF-5F4B-3630-2617-B540F1D8D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E44DD-6F1E-4C29-AF85-47C736637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62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895C-B219-A1BF-A1D1-FE6D81AFD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8777" y="574539"/>
            <a:ext cx="8048625" cy="84772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Oriental Institute of Science and Technology Bhopal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BB429-7B55-3A94-EEE0-BA373A374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089" y="1647127"/>
            <a:ext cx="9144000" cy="512762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A175E3F2-CC82-E947-2CA8-D88A9467F12C}"/>
              </a:ext>
            </a:extLst>
          </p:cNvPr>
          <p:cNvSpPr/>
          <p:nvPr/>
        </p:nvSpPr>
        <p:spPr>
          <a:xfrm>
            <a:off x="622894" y="378648"/>
            <a:ext cx="1188803" cy="1043616"/>
          </a:xfrm>
          <a:custGeom>
            <a:avLst/>
            <a:gdLst/>
            <a:ahLst/>
            <a:cxnLst/>
            <a:rect l="l" t="t" r="r" b="b"/>
            <a:pathLst>
              <a:path w="1297981" h="1045664">
                <a:moveTo>
                  <a:pt x="0" y="0"/>
                </a:moveTo>
                <a:lnTo>
                  <a:pt x="1297981" y="0"/>
                </a:lnTo>
                <a:lnTo>
                  <a:pt x="1297981" y="1045664"/>
                </a:lnTo>
                <a:lnTo>
                  <a:pt x="0" y="1045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C5806-B1EF-84D0-0172-C0D9EB1F3704}"/>
              </a:ext>
            </a:extLst>
          </p:cNvPr>
          <p:cNvSpPr txBox="1"/>
          <p:nvPr/>
        </p:nvSpPr>
        <p:spPr>
          <a:xfrm>
            <a:off x="1988776" y="2288494"/>
            <a:ext cx="8048625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uhanaGhar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7BEF9A-9375-2067-011A-B917B98B73CF}"/>
              </a:ext>
            </a:extLst>
          </p:cNvPr>
          <p:cNvSpPr txBox="1"/>
          <p:nvPr/>
        </p:nvSpPr>
        <p:spPr>
          <a:xfrm>
            <a:off x="1988776" y="2826050"/>
            <a:ext cx="8243888" cy="36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sz="3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Climate-Responsive Smart Housing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D407A-69AC-D4D6-6B92-504BC0EE9A85}"/>
              </a:ext>
            </a:extLst>
          </p:cNvPr>
          <p:cNvSpPr txBox="1"/>
          <p:nvPr/>
        </p:nvSpPr>
        <p:spPr>
          <a:xfrm>
            <a:off x="4447633" y="3303930"/>
            <a:ext cx="3130910" cy="33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 Seminar 1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36BCAF-6D6B-B00C-A2A2-02F0E1F52FB3}"/>
              </a:ext>
            </a:extLst>
          </p:cNvPr>
          <p:cNvSpPr txBox="1"/>
          <p:nvPr/>
        </p:nvSpPr>
        <p:spPr>
          <a:xfrm>
            <a:off x="4741500" y="3768076"/>
            <a:ext cx="2543175" cy="32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 2025-2026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6ED5D6-CC1E-F63E-53FD-E09CDC7A8E11}"/>
              </a:ext>
            </a:extLst>
          </p:cNvPr>
          <p:cNvSpPr txBox="1"/>
          <p:nvPr/>
        </p:nvSpPr>
        <p:spPr>
          <a:xfrm>
            <a:off x="695325" y="4698112"/>
            <a:ext cx="3876675" cy="31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Akanksha Meshram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DB0A38-2304-1052-31AF-47A5947609D0}"/>
              </a:ext>
            </a:extLst>
          </p:cNvPr>
          <p:cNvSpPr txBox="1"/>
          <p:nvPr/>
        </p:nvSpPr>
        <p:spPr>
          <a:xfrm>
            <a:off x="7381875" y="4698112"/>
            <a:ext cx="1581150" cy="31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252D5-5BE9-D506-403A-16C1CC2221F1}"/>
              </a:ext>
            </a:extLst>
          </p:cNvPr>
          <p:cNvSpPr txBox="1"/>
          <p:nvPr/>
        </p:nvSpPr>
        <p:spPr>
          <a:xfrm>
            <a:off x="7381875" y="5127902"/>
            <a:ext cx="4067175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latinLnBrk="1">
              <a:lnSpc>
                <a:spcPts val="1650"/>
              </a:lnSpc>
              <a:buAutoNum type="arabicPeriod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Yogesh Pawar (0105AL231233)</a:t>
            </a:r>
          </a:p>
          <a:p>
            <a:pPr marL="342900" indent="-342900" algn="l" latinLnBrk="1">
              <a:lnSpc>
                <a:spcPts val="1650"/>
              </a:lnSpc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 Kumar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(0105AL231230)</a:t>
            </a:r>
          </a:p>
          <a:p>
            <a:pPr marL="342900" indent="-342900" algn="l" latinLnBrk="1">
              <a:lnSpc>
                <a:spcPts val="1650"/>
              </a:lnSpc>
              <a:buAutoNum type="arabicPeriod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Vinay Patel (0105AL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231227)</a:t>
            </a: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 latinLnBrk="1">
              <a:lnSpc>
                <a:spcPts val="1650"/>
              </a:lnSpc>
              <a:buAutoNum type="arabicPeriod"/>
            </a:pP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Raj Patel (0105AL243D15)  </a:t>
            </a:r>
          </a:p>
        </p:txBody>
      </p:sp>
    </p:spTree>
    <p:extLst>
      <p:ext uri="{BB962C8B-B14F-4D97-AF65-F5344CB8AC3E}">
        <p14:creationId xmlns:p14="http://schemas.microsoft.com/office/powerpoint/2010/main" val="405021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  <p:bldP spid="12" grpId="0"/>
      <p:bldP spid="14" grpId="0"/>
      <p:bldP spid="16" grpId="0"/>
      <p:bldP spid="22" grpId="0"/>
      <p:bldP spid="24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50FD-87B4-FAB6-CC19-96E58ADD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LIFE CYCLE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8790BBE-6642-1248-7D24-94BB30760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740553"/>
              </p:ext>
            </p:extLst>
          </p:nvPr>
        </p:nvGraphicFramePr>
        <p:xfrm>
          <a:off x="8134351" y="2066298"/>
          <a:ext cx="3286124" cy="3467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929BE3D-0EB9-5F62-90CA-8EE1187B4BE9}"/>
              </a:ext>
            </a:extLst>
          </p:cNvPr>
          <p:cNvSpPr txBox="1"/>
          <p:nvPr/>
        </p:nvSpPr>
        <p:spPr>
          <a:xfrm>
            <a:off x="838200" y="2443163"/>
            <a:ext cx="6362701" cy="271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: </a:t>
            </a:r>
            <a:r>
              <a:rPr lang="en-IN" dirty="0"/>
              <a:t>Gathering needs: energy prediction, design recommendations, climate detection</a:t>
            </a:r>
          </a:p>
          <a:p>
            <a:pPr latinLnBrk="1">
              <a:lnSpc>
                <a:spcPts val="1650"/>
              </a:lnSpc>
            </a:pPr>
            <a:endParaRPr lang="en-IN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</a:pPr>
            <a:r>
              <a:rPr lang="en-IN" sz="2000" b="1" dirty="0"/>
              <a:t>Designing/Coding : </a:t>
            </a:r>
            <a:r>
              <a:rPr lang="en-IN" dirty="0" err="1"/>
              <a:t>Streamlit</a:t>
            </a:r>
            <a:r>
              <a:rPr lang="en-IN" dirty="0"/>
              <a:t> frontend + Python backend + Random Forest ML model</a:t>
            </a:r>
          </a:p>
          <a:p>
            <a:pPr latinLnBrk="1">
              <a:lnSpc>
                <a:spcPts val="1650"/>
              </a:lnSpc>
            </a:pPr>
            <a:endParaRPr lang="en-IN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</a:pPr>
            <a:r>
              <a:rPr lang="en-IN" sz="2000" b="1" dirty="0"/>
              <a:t>Testing : </a:t>
            </a:r>
            <a:r>
              <a:rPr lang="en-IN" dirty="0"/>
              <a:t>Model accuracy (R²), UI response time, prediction quality</a:t>
            </a:r>
          </a:p>
          <a:p>
            <a:pPr latinLnBrk="1">
              <a:lnSpc>
                <a:spcPts val="1650"/>
              </a:lnSpc>
            </a:pPr>
            <a:endParaRPr lang="en-IN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</a:pPr>
            <a:r>
              <a:rPr lang="en-IN" sz="2000" b="1" dirty="0"/>
              <a:t>Deployment : </a:t>
            </a:r>
            <a:r>
              <a:rPr lang="en-IN" dirty="0"/>
              <a:t>Local/cloud hosting for public access</a:t>
            </a:r>
          </a:p>
          <a:p>
            <a:pPr latinLnBrk="1">
              <a:lnSpc>
                <a:spcPts val="1650"/>
              </a:lnSpc>
            </a:pPr>
            <a:endParaRPr lang="en-IN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</a:pPr>
            <a:r>
              <a:rPr lang="en-IN" b="1" dirty="0"/>
              <a:t>Maintenance : </a:t>
            </a:r>
            <a:r>
              <a:rPr lang="en-IN" dirty="0"/>
              <a:t>Updates, model retraining, new features</a:t>
            </a:r>
            <a:endParaRPr lang="en-IN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51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7CA7-7CB4-5455-996E-AF08E85D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9267F-3696-C721-1BED-2D0FA3F2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SUHANAGHAR AI?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web app that predicts heating and cooling loads and provides climate responsive design recommendations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Indian homes ignore: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climate conditions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climate conditions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orientation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orientation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High electricity bills, poor comfort, High carbon footprint</a:t>
            </a:r>
          </a:p>
        </p:txBody>
      </p:sp>
    </p:spTree>
    <p:extLst>
      <p:ext uri="{BB962C8B-B14F-4D97-AF65-F5344CB8AC3E}">
        <p14:creationId xmlns:p14="http://schemas.microsoft.com/office/powerpoint/2010/main" val="59509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CA16-66CA-27A6-92B7-D2BE2D4E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9196-A276-368E-1061-D5920B60A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: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🔵 AI Analysis 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heating/cooling load using 8 parameters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🏠 Design Advisor 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recommendations based on city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Feature Guide 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impact of each parameter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 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Compactness, Surface Area, Wall Area, Roof Area, Overall height,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Orientation, Glazing Area, Glazing Distribution</a:t>
            </a:r>
          </a:p>
        </p:txBody>
      </p:sp>
    </p:spTree>
    <p:extLst>
      <p:ext uri="{BB962C8B-B14F-4D97-AF65-F5344CB8AC3E}">
        <p14:creationId xmlns:p14="http://schemas.microsoft.com/office/powerpoint/2010/main" val="151805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D5E0-E766-2762-36C9-D9046750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57449E-A60C-F915-F3FB-9437A8C42C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4136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770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CDA3-8AB5-8ABA-D732-8D843B33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BF2EAF-2415-4C17-1859-219772EE3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497411"/>
              </p:ext>
            </p:extLst>
          </p:nvPr>
        </p:nvGraphicFramePr>
        <p:xfrm>
          <a:off x="838200" y="1825624"/>
          <a:ext cx="10515600" cy="3889375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869327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42807724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32529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46842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03797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Sckit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Learn ( Random Forest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6237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003428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Matplotlib, Plotly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86251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Requessts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 Weather )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9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54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F6FE-E432-28A4-B11A-6FA8B102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Achievements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1A05F5-3B2C-4F26-353C-1B9F2636A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961478"/>
              </p:ext>
            </p:extLst>
          </p:nvPr>
        </p:nvGraphicFramePr>
        <p:xfrm>
          <a:off x="838200" y="1825625"/>
          <a:ext cx="10515600" cy="372745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367642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93408314"/>
                    </a:ext>
                  </a:extLst>
                </a:gridCol>
              </a:tblGrid>
              <a:tr h="621242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Achievement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2351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Heating Load Accuracy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= 0.924</a:t>
                      </a:r>
                      <a:endParaRPr lang="en-IN" sz="22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433747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Cooling Load Accuracy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= 0.896</a:t>
                      </a:r>
                      <a:endParaRPr lang="en-IN" sz="22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01639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1 second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001387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Supported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features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85395"/>
                  </a:ext>
                </a:extLst>
              </a:tr>
              <a:tr h="621242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Cities Supported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50+ Indian Cities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940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11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B199-7040-2278-5CFC-7CB1174A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8: Conclusion &amp; References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E6876-F20B-C1C3-E322-E4DD0693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4862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SuhanaGhar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successfully demonstrates Machine Learning for sustainable architecture, making energy efficiency accessible to everyone</a:t>
            </a:r>
          </a:p>
          <a:p>
            <a:pPr marL="0" indent="0" algn="ctr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Integration, 3D visualization Cost estimation module, Solar panel recommendation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: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Energy Efficiency Dataset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Tsanas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Xifara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(2012) – Energy and Buildings</a:t>
            </a:r>
          </a:p>
        </p:txBody>
      </p:sp>
    </p:spTree>
    <p:extLst>
      <p:ext uri="{BB962C8B-B14F-4D97-AF65-F5344CB8AC3E}">
        <p14:creationId xmlns:p14="http://schemas.microsoft.com/office/powerpoint/2010/main" val="160981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301E70-151A-3ED8-4D2E-2E348D84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2675"/>
            <a:ext cx="10515600" cy="469265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SuhanaGhar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Your home, made smarter.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55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402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Oriental Institute of Science and Technology Bhopal</vt:lpstr>
      <vt:lpstr>SOFTWARE DEVELOPMENT LIFE CYCLE </vt:lpstr>
      <vt:lpstr>Introduction &amp; Problem Statement</vt:lpstr>
      <vt:lpstr>Project Modules</vt:lpstr>
      <vt:lpstr>Flowchart</vt:lpstr>
      <vt:lpstr>Technology Stack</vt:lpstr>
      <vt:lpstr>Results &amp; Achievements</vt:lpstr>
      <vt:lpstr>SLIDE 8: Conclusion &amp; References </vt:lpstr>
      <vt:lpstr>THANK YOU  SuhanaGhar AI – Your home, made smarter.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pawar</dc:creator>
  <cp:lastModifiedBy>yogesh pawar</cp:lastModifiedBy>
  <cp:revision>3</cp:revision>
  <dcterms:created xsi:type="dcterms:W3CDTF">2026-06-13T13:39:05Z</dcterms:created>
  <dcterms:modified xsi:type="dcterms:W3CDTF">2026-06-13T17:08:53Z</dcterms:modified>
</cp:coreProperties>
</file>